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4B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1183105"/>
            <a:ext cx="12192000" cy="44917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12700" y="0"/>
            <a:ext cx="12166600" cy="84455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FEDF4F6-159B-49D2-B2EA-1CB77948E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675" y="1035424"/>
            <a:ext cx="2152650" cy="6096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0C2CF76-CC11-461A-988F-091487F01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04" y="3124200"/>
            <a:ext cx="1076325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257304"/>
            <a:ext cx="12192000" cy="63433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79469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702269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16EAA9-8D33-4F31-9627-BE3A8196F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4075" y="1143000"/>
            <a:ext cx="2152650" cy="6096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43CCEFB-2E3A-4D38-B85F-7FED8E7DD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63" y="5715000"/>
            <a:ext cx="648957" cy="183776"/>
          </a:xfrm>
          <a:prstGeom prst="rect">
            <a:avLst/>
          </a:prstGeom>
        </p:spPr>
      </p:pic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7FFEEF4-E31B-4471-A812-819287D0B567}"/>
              </a:ext>
            </a:extLst>
          </p:cNvPr>
          <p:cNvCxnSpPr/>
          <p:nvPr/>
        </p:nvCxnSpPr>
        <p:spPr>
          <a:xfrm>
            <a:off x="9023791" y="5809876"/>
            <a:ext cx="368300" cy="0"/>
          </a:xfrm>
          <a:prstGeom prst="line">
            <a:avLst/>
          </a:prstGeom>
          <a:ln>
            <a:solidFill>
              <a:srgbClr val="504B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7DCEC6"/>
      </a:accent1>
      <a:accent2>
        <a:srgbClr val="A1F7BF"/>
      </a:accent2>
      <a:accent3>
        <a:srgbClr val="CDFDE7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7" baseType="lpstr">
      <vt:lpstr>Arial</vt:lpstr>
      <vt:lpstr>Office 主题​​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о О</cp:lastModifiedBy>
  <cp:revision>1</cp:revision>
  <dcterms:modified xsi:type="dcterms:W3CDTF">2026-01-02T13:36:53Z</dcterms:modified>
</cp:coreProperties>
</file>