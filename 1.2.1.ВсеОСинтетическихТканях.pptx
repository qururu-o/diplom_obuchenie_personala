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theme" Target="theme/theme1.xml"/>
<Relationship Id="rId2" Type="http://schemas.openxmlformats.org/officeDocument/2006/relationships/slideMaster" Target="slideMasters/slideMaster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Relationship Id="rId6" Type="http://schemas.openxmlformats.org/officeDocument/2006/relationships/slide" Target="slides/slide4.xml"/>
<Relationship Id="rId7" Type="http://schemas.openxmlformats.org/officeDocument/2006/relationships/slide" Target="slides/slide5.xml"/>
<Relationship Id="rId8" Type="http://schemas.openxmlformats.org/officeDocument/2006/relationships/slide" Target="slides/slide6.xml"/>
<Relationship Id="rId9" Type="http://schemas.openxmlformats.org/officeDocument/2006/relationships/slide" Target="slides/slide7.xml"/>
<Relationship Id="rId10" Type="http://schemas.openxmlformats.org/officeDocument/2006/relationships/slide" Target="slides/slide8.xml"/>
<Relationship Id="rId11" Type="http://schemas.openxmlformats.org/officeDocument/2006/relationships/slide" Target="slides/slide9.xml"/>
<Relationship Id="rId12" Type="http://schemas.openxmlformats.org/officeDocument/2006/relationships/slide" Target="slides/slide10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1.xml"/>
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.png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3.png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4.png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7.png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5.png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6.png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8.png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9.png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0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1174750"/>
            <a:ext cx="12192000" cy="4508500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8496300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9561361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7401380"/>
          </a:xfrm>
          <a:prstGeom prst="rect">
            <a:avLst/>
          </a:prstGeom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7891180"/>
          </a:xfrm>
          <a:prstGeom prst="rect">
            <a:avLst/>
          </a:prstGeom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8761022"/>
          </a:xfrm>
          <a:prstGeom prst="rect">
            <a:avLst/>
          </a:prstGeom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872613"/>
            <a:ext cx="12192000" cy="5112774"/>
          </a:xfrm>
          <a:prstGeom prst="rect">
            <a:avLst/>
          </a:prstGeom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8695950"/>
          </a:xfrm>
          <a:prstGeom prst="rect">
            <a:avLst/>
          </a:prstGeom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7454176"/>
          </a:xfrm>
          <a:prstGeom prst="rect">
            <a:avLst/>
          </a:prstGeom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7125687"/>
          </a:xfrm>
          <a:prstGeom prst="rect">
            <a:avLst/>
          </a:prstGeom>
        </p:spPr>
      </p:pic>
    </p:spTree>
  </p:cSld>
</p:sld>
</file>

<file path=ppt/theme/_rels/theme1.xml.rels><?xml version="1.0" encoding="UTF-8" standalone="yes"?>
<Relationships xmlns="http://schemas.openxmlformats.org/package/2006/relationships">

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7DCEC6"/>
      </a:accent1>
      <a:accent2>
        <a:srgbClr val="A1F7BF"/>
      </a:accent2>
      <a:accent3>
        <a:srgbClr val="CDFDE7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