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041974"/>
            <a:ext cx="12192000" cy="4774051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665698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64852"/>
            <a:ext cx="12192000" cy="6528296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9056914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428111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261110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