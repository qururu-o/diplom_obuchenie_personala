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76130"/>
            <a:ext cx="12192000" cy="4505739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353103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257304"/>
            <a:ext cx="12192000" cy="6343392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449534"/>
            <a:ext cx="12192000" cy="3958933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301708"/>
            <a:ext cx="12192000" cy="6254585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712174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406355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26709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6350" y="0"/>
            <a:ext cx="12179300" cy="87503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098341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