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066735"/>
            <a:ext cx="12192000" cy="472453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459945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561705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710797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158606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763779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