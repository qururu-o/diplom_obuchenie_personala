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77476"/>
            <a:ext cx="12192000" cy="4503047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715914"/>
            <a:ext cx="12192000" cy="5426172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342144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74546"/>
            <a:ext cx="12192000" cy="4508909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50754"/>
            <a:ext cx="12192000" cy="4556492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98482"/>
            <a:ext cx="12192000" cy="4461036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65412"/>
            <a:ext cx="12192000" cy="4527176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38759"/>
            <a:ext cx="12192000" cy="4580482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718239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7900774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