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61997"/>
            <a:ext cx="12192000" cy="4534006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230839"/>
            <a:ext cx="12192000" cy="6396322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991069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034657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128772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513307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06019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555457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424886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35894"/>
            <a:ext cx="12192000" cy="6786213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