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1170637"/>
            <a:ext cx="12192000" cy="4516725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10282257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10141009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9943113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435751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8385965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9292145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7DCEC6"/>
      </a:accent1>
      <a:accent2>
        <a:srgbClr val="A1F7BF"/>
      </a:accent2>
      <a:accent3>
        <a:srgbClr val="CDFDE7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